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77A5C44-FC8D-4675-BCAC-900174FBF2D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704880" y="666720"/>
            <a:ext cx="42858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85800" y="1467000"/>
            <a:ext cx="723852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5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Telegram-бот для рассылки IT-новостей</a:t>
            </a:r>
            <a:endParaRPr lang="en-US" sz="4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23960" y="3143160"/>
            <a:ext cx="619092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Проект объединяет парсер новостей, SQLite-базу данных, Telegram-бота и админ-панель для запуска рассылки.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8001000" y="1143000"/>
            <a:ext cx="2476080" cy="34286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57240" dir="5400000" dist="1908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6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8477280" y="1676520"/>
            <a:ext cx="1523520" cy="3996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solidFill>
              <a:srgbClr val="2563E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8591400" y="1762200"/>
            <a:ext cx="12949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parser.py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8477280" y="2400480"/>
            <a:ext cx="1523520" cy="3996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8591400" y="2486160"/>
            <a:ext cx="12949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database.db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8477280" y="3124080"/>
            <a:ext cx="1523520" cy="399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solidFill>
              <a:srgbClr val="F59E0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8591400" y="3209760"/>
            <a:ext cx="12949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bot.py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8477280" y="3848040"/>
            <a:ext cx="1523520" cy="399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0">
            <a:solidFill>
              <a:srgbClr val="0F172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8591400" y="3933720"/>
            <a:ext cx="12949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admin_app.py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9239040" y="2076120"/>
            <a:ext cx="360" cy="324000"/>
          </a:xfrm>
          <a:prstGeom prst="line">
            <a:avLst/>
          </a:prstGeom>
          <a:ln w="2857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9239040" y="2800080"/>
            <a:ext cx="360" cy="324000"/>
          </a:xfrm>
          <a:prstGeom prst="line">
            <a:avLst/>
          </a:prstGeom>
          <a:ln w="2857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9239040" y="3524040"/>
            <a:ext cx="360" cy="324000"/>
          </a:xfrm>
          <a:prstGeom prst="line">
            <a:avLst/>
          </a:prstGeom>
          <a:ln w="2857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0820520" y="6229440"/>
            <a:ext cx="685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>
            <a:off x="685800" y="495360"/>
            <a:ext cx="87627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Задача проекта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704880" y="1066680"/>
            <a:ext cx="8191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Что должна делать система для пользователя и администратора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0172880" y="552600"/>
            <a:ext cx="1333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563EB"/>
                </a:solidFill>
                <a:effectLst/>
                <a:uFillTx/>
                <a:latin typeface="Aptos"/>
                <a:ea typeface="Aptos"/>
              </a:rPr>
              <a:t>DiplomaON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685800" y="1809720"/>
            <a:ext cx="3219120" cy="2285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85800" y="1809720"/>
            <a:ext cx="75960" cy="228564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914400" y="1981080"/>
            <a:ext cx="2800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Для пользователя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914400" y="2362320"/>
            <a:ext cx="2800080" cy="15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Пользователь открывает Telegram-бота, нажимает /start и автоматически подписывается на рассылку новостей.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4476600" y="1809720"/>
            <a:ext cx="3219120" cy="2285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4476600" y="1809720"/>
            <a:ext cx="75960" cy="228564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705200" y="1981080"/>
            <a:ext cx="2800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Для администратора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4705200" y="2362320"/>
            <a:ext cx="2800080" cy="15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Администратор запускает парсинг свежих IT-новостей и отправляет готовую подборку всем подписчикам.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8267760" y="1809720"/>
            <a:ext cx="3219120" cy="22856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8267760" y="1809720"/>
            <a:ext cx="75960" cy="228564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8496360" y="1981080"/>
            <a:ext cx="2800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Для системы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8496360" y="2362320"/>
            <a:ext cx="2800080" cy="158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База данных хранит подписчиков и новости, чтобы бот и админ-панель работали с одними и теми же данными.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143000" y="4743360"/>
            <a:ext cx="132840" cy="13284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409760" y="4667400"/>
            <a:ext cx="9067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Минимум ручной работы: новости берутся с сайта автоматически.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143000" y="5143680"/>
            <a:ext cx="132840" cy="132840"/>
          </a:xfrm>
          <a:prstGeom prst="ellipse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409760" y="5067360"/>
            <a:ext cx="9067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Подписчики сохраняются один раз и не дублируются.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143000" y="5543640"/>
            <a:ext cx="132840" cy="13284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409760" y="5467320"/>
            <a:ext cx="90673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Рассылка формируется из последних сохранённых новостей.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0820520" y="6229440"/>
            <a:ext cx="685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685800" y="495360"/>
            <a:ext cx="87627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Общая архитектура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704880" y="1066680"/>
            <a:ext cx="8191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Четыре части проекта работают через общую SQLite-базу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590400" y="2266920"/>
            <a:ext cx="1809360" cy="14284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590400" y="2266920"/>
            <a:ext cx="75960" cy="142848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819000" y="2438280"/>
            <a:ext cx="139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Habr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819000" y="2819520"/>
            <a:ext cx="13903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Источник новостей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2781360" y="2266920"/>
            <a:ext cx="1809360" cy="14284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2781360" y="2266920"/>
            <a:ext cx="75960" cy="142848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3009960" y="2438280"/>
            <a:ext cx="139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parser.py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3009960" y="2819520"/>
            <a:ext cx="13903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Парсит 5 свежих заголовков и ссылок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971960" y="2266920"/>
            <a:ext cx="2114640" cy="16192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971960" y="2266920"/>
            <a:ext cx="75960" cy="142848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5200560" y="2438280"/>
            <a:ext cx="165744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database</a:t>
            </a: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.db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200560" y="2963520"/>
            <a:ext cx="13903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Хранит users и news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7162920" y="2266920"/>
            <a:ext cx="1981080" cy="14284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162920" y="2266920"/>
            <a:ext cx="75960" cy="142848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7315200" y="2294280"/>
            <a:ext cx="182880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admin</a:t>
            </a: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_app.py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391520" y="2819520"/>
            <a:ext cx="13903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Запускает парсинг и рассылку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9353520" y="2266920"/>
            <a:ext cx="1809360" cy="14284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9353520" y="2266920"/>
            <a:ext cx="75960" cy="1428480"/>
          </a:xfrm>
          <a:prstGeom prst="rect">
            <a:avLst/>
          </a:prstGeom>
          <a:solidFill>
            <a:srgbClr val="0F172A"/>
          </a:solidFill>
          <a:ln w="0">
            <a:solidFill>
              <a:srgbClr val="0F172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9582120" y="2438280"/>
            <a:ext cx="139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Telegram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9582120" y="2819520"/>
            <a:ext cx="1390320" cy="7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Получатели получают сообщение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2400120" y="2971800"/>
            <a:ext cx="380880" cy="360"/>
          </a:xfrm>
          <a:prstGeom prst="line">
            <a:avLst/>
          </a:prstGeom>
          <a:ln w="2857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590720" y="2971800"/>
            <a:ext cx="381240" cy="360"/>
          </a:xfrm>
          <a:prstGeom prst="line">
            <a:avLst/>
          </a:prstGeom>
          <a:ln w="2857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6781680" y="2971800"/>
            <a:ext cx="380880" cy="360"/>
          </a:xfrm>
          <a:prstGeom prst="line">
            <a:avLst/>
          </a:prstGeom>
          <a:ln w="2857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8972280" y="2971800"/>
            <a:ext cx="381240" cy="360"/>
          </a:xfrm>
          <a:prstGeom prst="line">
            <a:avLst/>
          </a:prstGeom>
          <a:ln w="28575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3600360" y="4495680"/>
            <a:ext cx="4990680" cy="97128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600360" y="4495680"/>
            <a:ext cx="75960" cy="97128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3828960" y="4667400"/>
            <a:ext cx="4571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bot.py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3828960" y="5048280"/>
            <a:ext cx="4571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При команде /start записывает telegram_id пользователя в таблицу users.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 flipV="1">
            <a:off x="6095880" y="3695400"/>
            <a:ext cx="360" cy="800280"/>
          </a:xfrm>
          <a:prstGeom prst="line">
            <a:avLst/>
          </a:prstGeom>
          <a:ln w="2857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10820520" y="6229440"/>
            <a:ext cx="685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>
            <a:off x="685800" y="495360"/>
            <a:ext cx="87627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База данных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704880" y="1066680"/>
            <a:ext cx="8191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SQLite выступает общей точкой обмена между ботом и админ-панелью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047600" y="1733400"/>
            <a:ext cx="4476240" cy="2381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047600" y="1733400"/>
            <a:ext cx="75960" cy="238104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276200" y="1905120"/>
            <a:ext cx="4057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Таблица users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276200" y="2286000"/>
            <a:ext cx="405720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id INTEGER PRIMARY KEY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telegram_id INTEGER UNIQUE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Здесь хранятся подписчики. Ограничение UNIQUE защищает от повторной подписки одного Telegram-пользователя.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667560" y="1733400"/>
            <a:ext cx="4476240" cy="2381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667560" y="1733400"/>
            <a:ext cx="75960" cy="238104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896160" y="1905120"/>
            <a:ext cx="4057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Таблица news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896160" y="2286000"/>
            <a:ext cx="405720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id INTEGER PRIMARY KEY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title TEXT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link TEXT UNIQUE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Здесь хранятся заголовки и ссылки новостей. UNIQUE по link помогает не сохранять одинаковые новости.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428840" y="4838760"/>
            <a:ext cx="132840" cy="132840"/>
          </a:xfrm>
          <a:prstGeom prst="ellipse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695600" y="4762440"/>
            <a:ext cx="88768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database.init_db() создаёт таблицы при запуске бота и админ-панели.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1428840" y="5257800"/>
            <a:ext cx="132840" cy="13284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1695600" y="5181480"/>
            <a:ext cx="88768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admin_app.py очищает news перед новой загрузкой свежей подборки.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1428840" y="5676840"/>
            <a:ext cx="132840" cy="13284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1695600" y="5600880"/>
            <a:ext cx="88768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Рассылка берёт telegram_id из users и новости из news.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0820520" y="6229440"/>
            <a:ext cx="685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>
            <a:off x="685800" y="495360"/>
            <a:ext cx="87627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Парсер новостей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704880" y="1066680"/>
            <a:ext cx="8191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parser.py получает актуальные IT-новости с Habr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0172880" y="552600"/>
            <a:ext cx="1333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819000" y="1790640"/>
            <a:ext cx="2857320" cy="2476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819000" y="1790640"/>
            <a:ext cx="75960" cy="247608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047600" y="1962000"/>
            <a:ext cx="2437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Запрос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047600" y="2343240"/>
            <a:ext cx="2437920" cy="177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requests отправляет HTTP-запрос на https://habr.com/ru/news/ с User-Agent, похожим на браузер.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4667400" y="1790640"/>
            <a:ext cx="2857320" cy="2476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4667400" y="1790640"/>
            <a:ext cx="75960" cy="247608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4896000" y="1962000"/>
            <a:ext cx="2437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Разбор HTML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4896000" y="2343240"/>
            <a:ext cx="2437920" cy="177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BeautifulSoup ищет ссылки с классом tm-title__link и берёт только первые 5 элементов.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8515440" y="1790640"/>
            <a:ext cx="2857320" cy="2476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8515440" y="1790640"/>
            <a:ext cx="75960" cy="247608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8744040" y="1962000"/>
            <a:ext cx="2437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Результат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8744040" y="2343240"/>
            <a:ext cx="2437920" cy="177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Функция возвращает список пар: заголовок новости и полная ссылка на материал.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3676320" y="3028680"/>
            <a:ext cx="990720" cy="360"/>
          </a:xfrm>
          <a:prstGeom prst="line">
            <a:avLst/>
          </a:prstGeom>
          <a:ln w="2857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7524720" y="3028680"/>
            <a:ext cx="990360" cy="360"/>
          </a:xfrm>
          <a:prstGeom prst="line">
            <a:avLst/>
          </a:prstGeom>
          <a:ln w="2857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1619280" y="4971960"/>
            <a:ext cx="89532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Итог: админ-панель получает готовый список новостей и сохраняет его в таблицу news.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0820520" y="6229440"/>
            <a:ext cx="685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>
            <a:off x="685800" y="495360"/>
            <a:ext cx="87627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Бот и админ-панель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704880" y="1066680"/>
            <a:ext cx="8191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Пользовательская и административная части разделены по задачам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781200" y="1695600"/>
            <a:ext cx="4762080" cy="31428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781200" y="1695600"/>
            <a:ext cx="75960" cy="31428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1009800" y="1866960"/>
            <a:ext cx="4343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Telegram-бот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009800" y="2247840"/>
            <a:ext cx="4343040" cy="24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1. Запускается через aiogram.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2. Обрабатывает команду /start.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3. Берёт message.from_user.id.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4. Сохраняет telegram_id в users.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5. Сообщает пользователю, что подписка оформлена.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6648480" y="1695600"/>
            <a:ext cx="4762080" cy="31428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  <a:effectLst>
            <a:outerShdw blurRad="19080" dir="5400000" dist="9360">
              <a:srgbClr val="000000">
                <a:alpha val="6000"/>
              </a:srgbClr>
            </a:outerShdw>
          </a:effectLst>
        </p:spPr>
        <p:style>
          <a:lnRef idx="0"/>
          <a:fillRef idx="0"/>
          <a:effectRef idx="4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648480" y="1695600"/>
            <a:ext cx="75960" cy="31428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6877080" y="1866960"/>
            <a:ext cx="4343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Админ-панель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6877080" y="2247840"/>
            <a:ext cx="4343040" cy="24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1. Открывается как Tkinter-окно.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2. Кнопка «Спарсить Хабр» загружает новости.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3. Кнопка «Разослать в Telegram» формирует текст.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4. Telegram API отправляет сообщение каждому подписчику.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1162080" y="5372280"/>
            <a:ext cx="98103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Главная идея: бот собирает аудиторию, админ-панель управляет контентом и запуском рассылки.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10820520" y="6229440"/>
            <a:ext cx="685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685800" y="495360"/>
            <a:ext cx="876276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Aptos Display"/>
                <a:ea typeface="Aptos Display"/>
              </a:rPr>
              <a:t>Сценарий работы системы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704880" y="1066680"/>
            <a:ext cx="81910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Как все компоненты соединяются в один процесс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10172880" y="552600"/>
            <a:ext cx="1333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1123920" y="1752480"/>
            <a:ext cx="514080" cy="51408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1123920" y="187632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1809720" y="1790640"/>
            <a:ext cx="17902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Пользователь нажимает /start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3352680" y="2009520"/>
            <a:ext cx="419040" cy="360"/>
          </a:xfrm>
          <a:prstGeom prst="line">
            <a:avLst/>
          </a:prstGeom>
          <a:ln w="2857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3790800" y="1752480"/>
            <a:ext cx="514080" cy="514080"/>
          </a:xfrm>
          <a:prstGeom prst="ellipse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3790800" y="187632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476600" y="1790640"/>
            <a:ext cx="17902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bot.py сохраняет telegram_id в users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6019560" y="2009520"/>
            <a:ext cx="419040" cy="360"/>
          </a:xfrm>
          <a:prstGeom prst="line">
            <a:avLst/>
          </a:prstGeom>
          <a:ln w="2857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6458040" y="1752480"/>
            <a:ext cx="514080" cy="51408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6458040" y="187632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7143840" y="1790640"/>
            <a:ext cx="17902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Админ нажимает «Спарсить Хабр»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8686800" y="2009520"/>
            <a:ext cx="419040" cy="360"/>
          </a:xfrm>
          <a:prstGeom prst="line">
            <a:avLst/>
          </a:prstGeom>
          <a:ln w="2857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9124920" y="1752480"/>
            <a:ext cx="514080" cy="51408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9124920" y="187632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9810720" y="1790640"/>
            <a:ext cx="17902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parser.py получает 5 новостей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9381960" y="2419200"/>
            <a:ext cx="360" cy="1295280"/>
          </a:xfrm>
          <a:prstGeom prst="line">
            <a:avLst/>
          </a:prstGeom>
          <a:ln w="2857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1123920" y="3905280"/>
            <a:ext cx="514080" cy="514080"/>
          </a:xfrm>
          <a:prstGeom prst="ellipse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1123920" y="402912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1809720" y="3943440"/>
            <a:ext cx="17902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admin_app.py сохраняет новости в news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3352680" y="4162320"/>
            <a:ext cx="419040" cy="360"/>
          </a:xfrm>
          <a:prstGeom prst="line">
            <a:avLst/>
          </a:prstGeom>
          <a:ln w="28575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3790800" y="3905280"/>
            <a:ext cx="514080" cy="51408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3790800" y="402912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4476600" y="3943440"/>
            <a:ext cx="17902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Админ запускает рассылку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6019560" y="4162320"/>
            <a:ext cx="419040" cy="360"/>
          </a:xfrm>
          <a:prstGeom prst="line">
            <a:avLst/>
          </a:prstGeom>
          <a:ln w="2857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458040" y="3905280"/>
            <a:ext cx="514080" cy="514080"/>
          </a:xfrm>
          <a:prstGeom prst="ellipse">
            <a:avLst/>
          </a:prstGeom>
          <a:solidFill>
            <a:srgbClr val="0F172A"/>
          </a:solidFill>
          <a:ln w="0">
            <a:solidFill>
              <a:srgbClr val="0F172A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458040" y="402912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7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7143840" y="3943440"/>
            <a:ext cx="17902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Telegram отправляет подборку подписчикам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1066680" y="5791320"/>
            <a:ext cx="10000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0F172A"/>
                </a:solidFill>
                <a:effectLst/>
                <a:uFillTx/>
                <a:latin typeface="Aptos"/>
                <a:ea typeface="Aptos"/>
              </a:rPr>
              <a:t>Вывод: проект автоматизирует сбор IT-новостей и доставку подборки подписчикам через Telegram.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10820520" y="6229440"/>
            <a:ext cx="685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2026-06-19T08:05:40Z</dcterms:created>
  <dc:creator>Walnut Exporter</dc:creator>
  <dc:description/>
  <dc:language>en-US</dc:language>
  <cp:lastModifiedBy/>
  <dcterms:modified xsi:type="dcterms:W3CDTF">2026-06-19T12:18:19Z</dcterms:modified>
  <cp:revision>2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